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3ce33bc446c487e" /><Relationship Type="http://schemas.openxmlformats.org/package/2006/relationships/metadata/core-properties" Target="/docProps/core.xml" Id="R67d6fde58047490e" /><Relationship Type="http://schemas.openxmlformats.org/officeDocument/2006/relationships/extended-properties" Target="/docProps/app.xml" Id="R663349a3231946c7" /><Relationship Type="http://schemas.openxmlformats.org/officeDocument/2006/relationships/custom-properties" Target="/docProps/custom.xml" Id="R7b24c2de94a54b0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767efc9db5349b1"/>
    <p:sldId id="257" r:id="Rc70f4b162de34128"/>
    <p:sldId id="258" r:id="Reca210099e0340b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767efc9db5349b1" /><Relationship Type="http://schemas.openxmlformats.org/officeDocument/2006/relationships/slide" Target="/ppt/slides/slide2.xml" Id="Rc70f4b162de34128" /><Relationship Type="http://schemas.openxmlformats.org/officeDocument/2006/relationships/slide" Target="/ppt/slides/slide3.xml" Id="Reca210099e0340b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9d91f62494c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b787ccf334b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8ccae233a4e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25e1ee3c345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2f5af0d7945f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804089d84e6409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cec5f4aa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636a57c28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c1996750d41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1500000" y="2000000"/>
            <a:ext cx="9192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000" b="1" dirty="0">
                <a:solidFill>
                  <a:srgbClr val="FFFFFF"/>
                </a:solidFill>
              </a:rPr>
              <a:t>2025 Annual Data Analysis Report</a:t>
            </a:r>
          </a:p>
        </p:txBody>
      </p:sp>
      <p:sp>
        <p:nvSpPr>
          <p:cNvPr id="3" name="Subtitle"/>
          <p:cNvSpPr/>
          <p:nvPr/>
        </p:nvSpPr>
        <p:spPr>
          <a:xfrm xmlns:a="http://schemas.openxmlformats.org/drawingml/2006/main">
            <a:off x="2500000" y="3500000"/>
            <a:ext cx="71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dirty="0">
                <a:solidFill>
                  <a:srgbClr val="BDD7EE"/>
                </a:solidFill>
              </a:rPr>
              <a:t>Dept Comparison | Performance Overview | Financial Summary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 dirty="0">
                <a:solidFill>
                  <a:srgbClr val="1F3864"/>
                </a:solidFill>
              </a:rPr>
              <a:t>Quarterly Sales by Department</a:t>
            </a:r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500000" y="1000000"/>
          <a:ext xmlns:a="http://schemas.openxmlformats.org/drawingml/2006/main" cx="11192000" cy="45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400"/>
                <a:gridCol w="2238400"/>
                <a:gridCol w="2238400"/>
                <a:gridCol w="2238400"/>
                <a:gridCol w="2238400"/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Engineering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210,000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Marketing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165,000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Operations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118,000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Sales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356,000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0000" y="200000"/>
            <a:ext cx="11192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Annual Sales Share by Department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1000000" y="12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683,000 (24.4%)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1000000" y="19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Marketing 510,000 (18.2%)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1000000" y="26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Operations 385,000 (13.7%)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1000000" y="33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Sales 1,171,000 (41.8%)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1000000" y="4000000"/>
            <a:ext cx="100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HR 200,000 (7.1%)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2026-06-05T05:32:26Z</dcterms:created>
  <cp:lastModifiedBy>OfficeCLI</cp:lastModifiedBy>
  <dcterms:modified xsi:type="dcterms:W3CDTF">2026-06-05T05:32:26Z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1.0.103</vt:lpwstr>
  </op:property>
  <op:property fmtid="{D5CDD505-2E9C-101B-9397-08002B2CF9AE}" pid="3" name="OfficeCLI.LastModified">
    <vt:lpwstr xmlns:vt="http://schemas.openxmlformats.org/officeDocument/2006/docPropsVTypes">2026-06-05T05:32:33Z</vt:lpwstr>
  </op:property>
</op:Properties>
</file>