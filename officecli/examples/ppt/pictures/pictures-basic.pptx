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09dc1b33ffd4dff" /><Relationship Type="http://schemas.openxmlformats.org/package/2006/relationships/metadata/core-properties" Target="/docProps/core.xml" Id="R12ea4a280d8a4f5d" /><Relationship Type="http://schemas.openxmlformats.org/officeDocument/2006/relationships/extended-properties" Target="/docProps/app.xml" Id="Rb6759a36518c4065" /><Relationship Type="http://schemas.openxmlformats.org/officeDocument/2006/relationships/custom-properties" Target="/docProps/custom.xml" Id="R5276a22a3dda460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ed16db99dd714ee3"/>
    <p:sldId id="257" r:id="R5e385fcf774f4f18"/>
    <p:sldId id="258" r:id="R1c59c99c730c46b8"/>
    <p:sldId id="259" r:id="Rcb53246a0a5c496c"/>
    <p:sldId id="260" r:id="Rf3d87a5d776f417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ed16db99dd714ee3" /><Relationship Type="http://schemas.openxmlformats.org/officeDocument/2006/relationships/slide" Target="/ppt/slides/slide2.xml" Id="R5e385fcf774f4f18" /><Relationship Type="http://schemas.openxmlformats.org/officeDocument/2006/relationships/slide" Target="/ppt/slides/slide3.xml" Id="R1c59c99c730c46b8" /><Relationship Type="http://schemas.openxmlformats.org/officeDocument/2006/relationships/slide" Target="/ppt/slides/slide4.xml" Id="Rcb53246a0a5c496c" /><Relationship Type="http://schemas.openxmlformats.org/officeDocument/2006/relationships/slide" Target="/ppt/slides/slide5.xml" Id="Rf3d87a5d776f417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f72296c3044c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4ac587d4e140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c2d8e3d984a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757b84305747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94903796b54b8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8e0814dcf61457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93b7f46104fc2" /><Relationship Type="http://schemas.openxmlformats.org/officeDocument/2006/relationships/image" Target="/ppt/media/image.png" Id="R37b9258640074a38" /><Relationship Type="http://schemas.openxmlformats.org/officeDocument/2006/relationships/image" Target="/ppt/media/image2.png" Id="Rd2ef798d189540d5" /><Relationship Type="http://schemas.openxmlformats.org/officeDocument/2006/relationships/image" Target="/ppt/media/image3.png" Id="R5ab13fa2e97a4b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c3ac9b0664429" /><Relationship Type="http://schemas.openxmlformats.org/officeDocument/2006/relationships/image" Target="/ppt/media/image4.png" Id="Rf189b9a87eff48d0" /><Relationship Type="http://schemas.openxmlformats.org/officeDocument/2006/relationships/image" Target="/ppt/media/image5.png" Id="Rdf1f50511d5a4cd8" /><Relationship Type="http://schemas.openxmlformats.org/officeDocument/2006/relationships/image" Target="/ppt/media/image6.png" Id="Ref52cffddf65483b" /><Relationship Type="http://schemas.openxmlformats.org/officeDocument/2006/relationships/image" Target="/ppt/media/image7.png" Id="R9bfda40776114cbf" /><Relationship Type="http://schemas.openxmlformats.org/officeDocument/2006/relationships/image" Target="/ppt/media/image8.png" Id="R05f483b0ca1143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a286b40504580" /><Relationship Type="http://schemas.openxmlformats.org/officeDocument/2006/relationships/image" Target="/ppt/media/image9.png" Id="R01e9421dd60946cd" /><Relationship Type="http://schemas.openxmlformats.org/officeDocument/2006/relationships/image" Target="/ppt/media/image10.png" Id="R183fcebd88a74873" /><Relationship Type="http://schemas.openxmlformats.org/officeDocument/2006/relationships/image" Target="/ppt/media/image11.png" Id="R58101af510754738" /><Relationship Type="http://schemas.openxmlformats.org/officeDocument/2006/relationships/image" Target="/ppt/media/image12.png" Id="R610873d96f9842bb" /><Relationship Type="http://schemas.openxmlformats.org/officeDocument/2006/relationships/image" Target="/ppt/media/image13.png" Id="R9229685053b44d26" /><Relationship Type="http://schemas.openxmlformats.org/officeDocument/2006/relationships/image" Target="/ppt/media/image14.png" Id="Rb340eaaf410c44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fc2e692524a4e" /><Relationship Type="http://schemas.openxmlformats.org/officeDocument/2006/relationships/image" Target="/ppt/media/image15.png" Id="Rae0a5663796e4c15" /><Relationship Type="http://schemas.openxmlformats.org/officeDocument/2006/relationships/hyperlink" Target="https://example.com" TargetMode="External" Id="Rc18b1a62bf1a49d9" /><Relationship Type="http://schemas.openxmlformats.org/officeDocument/2006/relationships/image" Target="/ppt/media/image16.png" Id="Rf50b00c1cf6a417c" /><Relationship Type="http://schemas.openxmlformats.org/officeDocument/2006/relationships/slide" Target="/ppt/slides/slide1.xml" Id="R86df93221ee84280" /><Relationship Type="http://schemas.openxmlformats.org/officeDocument/2006/relationships/image" Target="/ppt/media/image17.png" Id="R784797d5d6814b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7297010cb4e04" /><Relationship Type="http://schemas.openxmlformats.org/officeDocument/2006/relationships/image" Target="/ppt/media/image18.png" Id="R01c2d40a77de494d" /><Relationship Type="http://schemas.openxmlformats.org/officeDocument/2006/relationships/image" Target="/ppt/media/image19.png" Id="Rd51d33dfed944361" /><Relationship Type="http://schemas.openxmlformats.org/officeDocument/2006/relationships/image" Target="/ppt/media/image20.png" Id="Rd6d5d6511d6a4d05" /><Relationship Type="http://schemas.openxmlformats.org/officeDocument/2006/relationships/image" Target="/ppt/media/image21.png" Id="Rd7d72a476f9a4323" /><Relationship Type="http://schemas.openxmlformats.org/officeDocument/2006/relationships/image" Target="/ppt/media/image22.png" Id="Rd5035db721214237" /><Relationship Type="http://schemas.openxmlformats.org/officeDocument/2006/relationships/image" Target="/ppt/media/image23.png" Id="R14be3aa4bc534a6b" /><Relationship Type="http://schemas.openxmlformats.org/officeDocument/2006/relationships/image" Target="/ppt/media/image24.png" Id="R06d29cc1549f44ac" /><Relationship Type="http://schemas.openxmlformats.org/officeDocument/2006/relationships/image" Target="/ppt/media/image25.png" Id="R4dd5d15e213b48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Three ways to supply src= (file path / data-URI)</a:t>
            </a:r>
          </a:p>
        </p:txBody>
      </p:sp>
      <p:pic>
        <p:nvPicPr>
          <p:cNvPr id="100001" name="Picture 1" descr="gradient image from dis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9258640074a3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57200" y="1188720"/>
            <a:ext cx="3200400" cy="2377440"/>
          </a:xfrm>
          <a:prstGeom xmlns:a="http://schemas.openxmlformats.org/drawingml/2006/main" prst="rect">
            <a:avLst/>
          </a:prstGeom>
        </p:spPr>
      </p:pic>
      <p:sp>
        <p:nvSpPr>
          <p:cNvPr id="100002" name="TextBox 2"/>
          <p:cNvSpPr txBox="1"/>
          <p:nvPr/>
        </p:nvSpPr>
        <p:spPr>
          <a:xfrm xmlns:a="http://schemas.openxmlformats.org/drawingml/2006/main">
            <a:off x="457200" y="3657600"/>
            <a:ext cx="3200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/>
              <a:t>src=&lt;file path&gt;</a:t>
            </a:r>
          </a:p>
        </p:txBody>
      </p:sp>
      <p:pic>
        <p:nvPicPr>
          <p:cNvPr id="100003" name="Picture 2" descr="geometric shapes embedded as data-URI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f798d189540d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114800" y="1188720"/>
            <a:ext cx="3200400" cy="2377440"/>
          </a:xfrm>
          <a:prstGeom xmlns:a="http://schemas.openxmlformats.org/drawingml/2006/main" prst="rect">
            <a:avLst/>
          </a:prstGeom>
        </p:spPr>
      </p:pic>
      <p:sp>
        <p:nvSpPr>
          <p:cNvPr id="100004" name="TextBox 3"/>
          <p:cNvSpPr txBox="1"/>
          <p:nvPr/>
        </p:nvSpPr>
        <p:spPr>
          <a:xfrm xmlns:a="http://schemas.openxmlformats.org/drawingml/2006/main">
            <a:off x="4114800" y="3657600"/>
            <a:ext cx="3200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/>
              <a:t>src=data:image/png;base64,...</a:t>
            </a:r>
          </a:p>
        </p:txBody>
      </p:sp>
      <p:pic>
        <p:nvPicPr>
          <p:cNvPr id="100005" name="hero-photo" descr="pseudo-photo gradien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13fa2e97a4b95" cstate="print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772400" y="1188720"/>
            <a:ext cx="3200400" cy="2377440"/>
          </a:xfrm>
          <a:prstGeom xmlns:a="http://schemas.openxmlformats.org/drawingml/2006/main" prst="rect">
            <a:avLst/>
          </a:prstGeom>
        </p:spPr>
      </p:pic>
      <p:sp>
        <p:nvSpPr>
          <p:cNvPr id="100006" name="TextBox 4"/>
          <p:cNvSpPr txBox="1"/>
          <p:nvPr/>
        </p:nvSpPr>
        <p:spPr>
          <a:xfrm xmlns:a="http://schemas.openxmlformats.org/drawingml/2006/main">
            <a:off x="7772400" y="3657600"/>
            <a:ext cx="3200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/>
              <a:t>src=&lt;file&gt; + name="hero-photo" + compressionState=print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7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Crop — symmetric / vertical,horizontal / per-edge</a:t>
            </a:r>
          </a:p>
        </p:txBody>
      </p:sp>
      <p:pic>
        <p:nvPicPr>
          <p:cNvPr id="10000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9b9a87eff48d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57200" y="1188720"/>
            <a:ext cx="2743200" cy="2011680"/>
          </a:xfrm>
          <a:prstGeom xmlns:a="http://schemas.openxmlformats.org/drawingml/2006/main" prst="rect">
            <a:avLst/>
          </a:prstGeom>
        </p:spPr>
      </p:pic>
      <p:sp>
        <p:nvSpPr>
          <p:cNvPr id="100009" name="TextBox 2"/>
          <p:cNvSpPr txBox="1"/>
          <p:nvPr/>
        </p:nvSpPr>
        <p:spPr>
          <a:xfrm xmlns:a="http://schemas.openxmlformats.org/drawingml/2006/main">
            <a:off x="457200" y="3291840"/>
            <a:ext cx="27432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original (no crop)</a:t>
            </a:r>
          </a:p>
        </p:txBody>
      </p:sp>
      <p:pic>
        <p:nvPicPr>
          <p:cNvPr id="10001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f50511d5a4cd8"/>
          <a:srcRect xmlns:a="http://schemas.openxmlformats.org/drawingml/2006/main" l="20000" t="20000" r="20000" b="2000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57600" y="1188720"/>
            <a:ext cx="2743200" cy="2011680"/>
          </a:xfrm>
          <a:prstGeom xmlns:a="http://schemas.openxmlformats.org/drawingml/2006/main" prst="rect">
            <a:avLst/>
          </a:prstGeom>
        </p:spPr>
      </p:pic>
      <p:sp>
        <p:nvSpPr>
          <p:cNvPr id="100011" name="TextBox 3"/>
          <p:cNvSpPr txBox="1"/>
          <p:nvPr/>
        </p:nvSpPr>
        <p:spPr>
          <a:xfrm xmlns:a="http://schemas.openxmlformats.org/drawingml/2006/main">
            <a:off x="3657600" y="3291840"/>
            <a:ext cx="27432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crop=20  (20% off each edge)</a:t>
            </a:r>
          </a:p>
        </p:txBody>
      </p:sp>
      <p:pic>
        <p:nvPicPr>
          <p:cNvPr id="10001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2cffddf65483b"/>
          <a:srcRect xmlns:a="http://schemas.openxmlformats.org/drawingml/2006/main" l="30000" t="10000" r="30000" b="1000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858000" y="1188720"/>
            <a:ext cx="2743200" cy="2011680"/>
          </a:xfrm>
          <a:prstGeom xmlns:a="http://schemas.openxmlformats.org/drawingml/2006/main" prst="rect">
            <a:avLst/>
          </a:prstGeom>
        </p:spPr>
      </p:pic>
      <p:sp>
        <p:nvSpPr>
          <p:cNvPr id="100013" name="TextBox 4"/>
          <p:cNvSpPr txBox="1"/>
          <p:nvPr/>
        </p:nvSpPr>
        <p:spPr>
          <a:xfrm xmlns:a="http://schemas.openxmlformats.org/drawingml/2006/main">
            <a:off x="6858000" y="3291840"/>
            <a:ext cx="3200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crop=10,30  (10% top/bot, 30% left/right)</a:t>
            </a:r>
          </a:p>
        </p:txBody>
      </p:sp>
      <p:pic>
        <p:nvPicPr>
          <p:cNvPr id="1000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da40776114cbf"/>
          <a:srcRect xmlns:a="http://schemas.openxmlformats.org/drawingml/2006/main" l="25000" t="2500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57200" y="3931920"/>
            <a:ext cx="2743200" cy="2011680"/>
          </a:xfrm>
          <a:prstGeom xmlns:a="http://schemas.openxmlformats.org/drawingml/2006/main" prst="rect">
            <a:avLst/>
          </a:prstGeom>
        </p:spPr>
      </p:pic>
      <p:sp>
        <p:nvSpPr>
          <p:cNvPr id="100015" name="TextBox 5"/>
          <p:cNvSpPr txBox="1"/>
          <p:nvPr/>
        </p:nvSpPr>
        <p:spPr>
          <a:xfrm xmlns:a="http://schemas.openxmlformats.org/drawingml/2006/main">
            <a:off x="457200" y="6035040"/>
            <a:ext cx="27432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cropLeft=25 + cropTop=25</a:t>
            </a:r>
          </a:p>
        </p:txBody>
      </p:sp>
      <p:pic>
        <p:nvPicPr>
          <p:cNvPr id="10001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483b0ca114373"/>
          <a:srcRect xmlns:a="http://schemas.openxmlformats.org/drawingml/2006/main" l="5000" t="10000" r="40000" b="2000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57600" y="3931920"/>
            <a:ext cx="2743200" cy="2011680"/>
          </a:xfrm>
          <a:prstGeom xmlns:a="http://schemas.openxmlformats.org/drawingml/2006/main" prst="rect">
            <a:avLst/>
          </a:prstGeom>
        </p:spPr>
      </p:pic>
      <p:sp>
        <p:nvSpPr>
          <p:cNvPr id="100017" name="TextBox 6"/>
          <p:cNvSpPr txBox="1"/>
          <p:nvPr/>
        </p:nvSpPr>
        <p:spPr>
          <a:xfrm xmlns:a="http://schemas.openxmlformats.org/drawingml/2006/main">
            <a:off x="3657600" y="6035040"/>
            <a:ext cx="27432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crop=5,10,40,20  (L,T,R,B)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8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Rotation — degrees clockwise</a:t>
            </a:r>
          </a:p>
        </p:txBody>
      </p:sp>
      <p:pic>
        <p:nvPicPr>
          <p:cNvPr id="10001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9421dd60946cd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457200" y="1371600"/>
            <a:ext cx="2743200" cy="2011680"/>
          </a:xfrm>
          <a:prstGeom xmlns:a="http://schemas.openxmlformats.org/drawingml/2006/main" prst="rect">
            <a:avLst/>
          </a:prstGeom>
        </p:spPr>
      </p:pic>
      <p:sp>
        <p:nvSpPr>
          <p:cNvPr id="100020" name="TextBox 2"/>
          <p:cNvSpPr txBox="1"/>
          <p:nvPr/>
        </p:nvSpPr>
        <p:spPr>
          <a:xfrm xmlns:a="http://schemas.openxmlformats.org/drawingml/2006/main">
            <a:off x="457200" y="3474720"/>
            <a:ext cx="27432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rotation=0</a:t>
            </a:r>
          </a:p>
        </p:txBody>
      </p:sp>
      <p:pic>
        <p:nvPicPr>
          <p:cNvPr id="10002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fcebd88a74873"/>
          <a:stretch xmlns:a="http://schemas.openxmlformats.org/drawingml/2006/main">
            <a:fillRect/>
          </a:stretch>
        </p:blipFill>
        <p:spPr>
          <a:xfrm xmlns:a="http://schemas.openxmlformats.org/drawingml/2006/main" rot="1800000">
            <a:off x="4114800" y="1371600"/>
            <a:ext cx="2743200" cy="2011680"/>
          </a:xfrm>
          <a:prstGeom xmlns:a="http://schemas.openxmlformats.org/drawingml/2006/main" prst="rect">
            <a:avLst/>
          </a:prstGeom>
        </p:spPr>
      </p:pic>
      <p:sp>
        <p:nvSpPr>
          <p:cNvPr id="100022" name="TextBox 3"/>
          <p:cNvSpPr txBox="1"/>
          <p:nvPr/>
        </p:nvSpPr>
        <p:spPr>
          <a:xfrm xmlns:a="http://schemas.openxmlformats.org/drawingml/2006/main">
            <a:off x="4114800" y="3474720"/>
            <a:ext cx="27432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rotation=30</a:t>
            </a:r>
          </a:p>
        </p:txBody>
      </p:sp>
      <p:pic>
        <p:nvPicPr>
          <p:cNvPr id="10002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01af510754738"/>
          <a:stretch xmlns:a="http://schemas.openxmlformats.org/drawingml/2006/main">
            <a:fillRect/>
          </a:stretch>
        </p:blipFill>
        <p:spPr>
          <a:xfrm xmlns:a="http://schemas.openxmlformats.org/drawingml/2006/main" rot="5400000">
            <a:off x="7772400" y="1371600"/>
            <a:ext cx="2743200" cy="2011680"/>
          </a:xfrm>
          <a:prstGeom xmlns:a="http://schemas.openxmlformats.org/drawingml/2006/main" prst="rect">
            <a:avLst/>
          </a:prstGeom>
        </p:spPr>
      </p:pic>
      <p:sp>
        <p:nvSpPr>
          <p:cNvPr id="100024" name="TextBox 4"/>
          <p:cNvSpPr txBox="1"/>
          <p:nvPr/>
        </p:nvSpPr>
        <p:spPr>
          <a:xfrm xmlns:a="http://schemas.openxmlformats.org/drawingml/2006/main">
            <a:off x="7772400" y="3474720"/>
            <a:ext cx="27432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rotation=90</a:t>
            </a:r>
          </a:p>
        </p:txBody>
      </p:sp>
      <p:pic>
        <p:nvPicPr>
          <p:cNvPr id="10002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873d96f9842bb"/>
          <a:stretch xmlns:a="http://schemas.openxmlformats.org/drawingml/2006/main">
            <a:fillRect/>
          </a:stretch>
        </p:blipFill>
        <p:spPr>
          <a:xfrm xmlns:a="http://schemas.openxmlformats.org/drawingml/2006/main" rot="10800000">
            <a:off x="457200" y="4114800"/>
            <a:ext cx="2743200" cy="2011680"/>
          </a:xfrm>
          <a:prstGeom xmlns:a="http://schemas.openxmlformats.org/drawingml/2006/main" prst="rect">
            <a:avLst/>
          </a:prstGeom>
        </p:spPr>
      </p:pic>
      <p:sp>
        <p:nvSpPr>
          <p:cNvPr id="100026" name="TextBox 5"/>
          <p:cNvSpPr txBox="1"/>
          <p:nvPr/>
        </p:nvSpPr>
        <p:spPr>
          <a:xfrm xmlns:a="http://schemas.openxmlformats.org/drawingml/2006/main">
            <a:off x="457200" y="6217920"/>
            <a:ext cx="27432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rotation=180</a:t>
            </a:r>
          </a:p>
        </p:txBody>
      </p:sp>
      <p:pic>
        <p:nvPicPr>
          <p:cNvPr id="100027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9685053b44d26"/>
          <a:stretch xmlns:a="http://schemas.openxmlformats.org/drawingml/2006/main">
            <a:fillRect/>
          </a:stretch>
        </p:blipFill>
        <p:spPr>
          <a:xfrm xmlns:a="http://schemas.openxmlformats.org/drawingml/2006/main" rot="16200000">
            <a:off x="4114800" y="4114800"/>
            <a:ext cx="2743200" cy="2011680"/>
          </a:xfrm>
          <a:prstGeom xmlns:a="http://schemas.openxmlformats.org/drawingml/2006/main" prst="rect">
            <a:avLst/>
          </a:prstGeom>
        </p:spPr>
      </p:pic>
      <p:sp>
        <p:nvSpPr>
          <p:cNvPr id="100028" name="TextBox 6"/>
          <p:cNvSpPr txBox="1"/>
          <p:nvPr/>
        </p:nvSpPr>
        <p:spPr>
          <a:xfrm xmlns:a="http://schemas.openxmlformats.org/drawingml/2006/main">
            <a:off x="4114800" y="6217920"/>
            <a:ext cx="27432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rotation=270</a:t>
            </a:r>
          </a:p>
        </p:txBody>
      </p:sp>
      <p:pic>
        <p:nvPicPr>
          <p:cNvPr id="10002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0eaaf410c4405"/>
          <a:stretch xmlns:a="http://schemas.openxmlformats.org/drawingml/2006/main">
            <a:fillRect/>
          </a:stretch>
        </p:blipFill>
        <p:spPr>
          <a:xfrm xmlns:a="http://schemas.openxmlformats.org/drawingml/2006/main" rot="-2700000">
            <a:off x="7772400" y="4114800"/>
            <a:ext cx="2743200" cy="2011680"/>
          </a:xfrm>
          <a:prstGeom xmlns:a="http://schemas.openxmlformats.org/drawingml/2006/main" prst="rect">
            <a:avLst/>
          </a:prstGeom>
        </p:spPr>
      </p:pic>
      <p:sp>
        <p:nvSpPr>
          <p:cNvPr id="100030" name="TextBox 7"/>
          <p:cNvSpPr txBox="1"/>
          <p:nvPr/>
        </p:nvSpPr>
        <p:spPr>
          <a:xfrm xmlns:a="http://schemas.openxmlformats.org/drawingml/2006/main">
            <a:off x="7772400" y="6217920"/>
            <a:ext cx="27432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rotation=-45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31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Clickable Pictures — link= and tooltip=</a:t>
            </a:r>
          </a:p>
        </p:txBody>
      </p:sp>
      <p:pic>
        <p:nvPicPr>
          <p:cNvPr id="100032" name="Picture 1">
            <a:hlinkClick xmlns:r="http://schemas.openxmlformats.org/officeDocument/2006/relationships" xmlns:a="http://schemas.openxmlformats.org/drawingml/2006/main" r:id="Rc18b1a62bf1a49d9" tooltip="Open example.com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a5663796e4c1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57200" y="1371600"/>
            <a:ext cx="3200400" cy="2377440"/>
          </a:xfrm>
          <a:prstGeom xmlns:a="http://schemas.openxmlformats.org/drawingml/2006/main" prst="rect">
            <a:avLst/>
          </a:prstGeom>
        </p:spPr>
      </p:pic>
      <p:sp>
        <p:nvSpPr>
          <p:cNvPr id="100033" name="TextBox 2"/>
          <p:cNvSpPr txBox="1"/>
          <p:nvPr/>
        </p:nvSpPr>
        <p:spPr>
          <a:xfrm xmlns:a="http://schemas.openxmlformats.org/drawingml/2006/main">
            <a:off x="457200" y="3840480"/>
            <a:ext cx="3200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link=https://example.com</a:t>
            </a:r>
          </a:p>
        </p:txBody>
      </p:sp>
      <p:pic>
        <p:nvPicPr>
          <p:cNvPr id="100034" name="Picture 2">
            <a:hlinkClick xmlns:r="http://schemas.openxmlformats.org/officeDocument/2006/relationships" xmlns:a="http://schemas.openxmlformats.org/drawingml/2006/main" r:id="R86df93221ee84280" action="ppaction://hlinksldjump" tooltip="Back to slide 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b00c1cf6a417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114800" y="1371600"/>
            <a:ext cx="3200400" cy="2377440"/>
          </a:xfrm>
          <a:prstGeom xmlns:a="http://schemas.openxmlformats.org/drawingml/2006/main" prst="rect">
            <a:avLst/>
          </a:prstGeom>
        </p:spPr>
      </p:pic>
      <p:sp>
        <p:nvSpPr>
          <p:cNvPr id="100035" name="TextBox 3"/>
          <p:cNvSpPr txBox="1"/>
          <p:nvPr/>
        </p:nvSpPr>
        <p:spPr>
          <a:xfrm xmlns:a="http://schemas.openxmlformats.org/drawingml/2006/main">
            <a:off x="4114800" y="3840480"/>
            <a:ext cx="3200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link=slide[1]  (jump to slide 1)</a:t>
            </a:r>
          </a:p>
        </p:txBody>
      </p:sp>
      <p:pic>
        <p:nvPicPr>
          <p:cNvPr id="100036" name="Picture 3">
            <a:hlinkClick xmlns:r="http://schemas.openxmlformats.org/officeDocument/2006/relationships" xmlns:a="http://schemas.openxmlformats.org/drawingml/2006/main" r:id="" action="ppaction://hlinkshowjump?jump=nextslide" tooltip="Advance one slide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797d5d6814bb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772400" y="1371600"/>
            <a:ext cx="3200400" cy="2377440"/>
          </a:xfrm>
          <a:prstGeom xmlns:a="http://schemas.openxmlformats.org/drawingml/2006/main" prst="rect">
            <a:avLst/>
          </a:prstGeom>
        </p:spPr>
      </p:pic>
      <p:sp>
        <p:nvSpPr>
          <p:cNvPr id="100037" name="TextBox 4"/>
          <p:cNvSpPr txBox="1"/>
          <p:nvPr/>
        </p:nvSpPr>
        <p:spPr>
          <a:xfrm xmlns:a="http://schemas.openxmlformats.org/drawingml/2006/main">
            <a:off x="7772400" y="3840480"/>
            <a:ext cx="3200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link=nextslide  (named action)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38" name="TextBox 1"/>
          <p:cNvSpPr txBox="1"/>
          <p:nvPr/>
        </p:nvSpPr>
        <p:spPr>
          <a:xfrm xmlns:a="http://schemas.openxmlformats.org/drawingml/2006/main">
            <a:off x="457200" y="274320"/>
            <a:ext cx="118872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Picture effects (Set-only) — brightness / contrast / glow / shadow</a:t>
            </a:r>
          </a:p>
        </p:txBody>
      </p:sp>
      <p:pic>
        <p:nvPicPr>
          <p:cNvPr id="10003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2d40a77de494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57200" y="1097280"/>
            <a:ext cx="2560320" cy="1920240"/>
          </a:xfrm>
          <a:prstGeom xmlns:a="http://schemas.openxmlformats.org/drawingml/2006/main" prst="rect">
            <a:avLst/>
          </a:prstGeom>
        </p:spPr>
      </p:pic>
      <p:sp>
        <p:nvSpPr>
          <p:cNvPr id="100040" name="TextBox 2"/>
          <p:cNvSpPr txBox="1"/>
          <p:nvPr/>
        </p:nvSpPr>
        <p:spPr>
          <a:xfrm xmlns:a="http://schemas.openxmlformats.org/drawingml/2006/main">
            <a:off x="457200" y="3108960"/>
            <a:ext cx="256032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i="1"/>
              <a:t>(reference)</a:t>
            </a:r>
          </a:p>
        </p:txBody>
      </p:sp>
      <p:pic>
        <p:nvPicPr>
          <p:cNvPr id="10004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d33dfed944361">
            <a:lum bright="40000"/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291840" y="1097280"/>
            <a:ext cx="2560320" cy="1920240"/>
          </a:xfrm>
          <a:prstGeom xmlns:a="http://schemas.openxmlformats.org/drawingml/2006/main" prst="rect">
            <a:avLst/>
          </a:prstGeom>
        </p:spPr>
      </p:pic>
      <p:sp>
        <p:nvSpPr>
          <p:cNvPr id="100042" name="TextBox 3"/>
          <p:cNvSpPr txBox="1"/>
          <p:nvPr/>
        </p:nvSpPr>
        <p:spPr>
          <a:xfrm xmlns:a="http://schemas.openxmlformats.org/drawingml/2006/main">
            <a:off x="3291840" y="3108960"/>
            <a:ext cx="256032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i="1"/>
              <a:t>brightness=40</a:t>
            </a:r>
          </a:p>
        </p:txBody>
      </p:sp>
      <p:pic>
        <p:nvPicPr>
          <p:cNvPr id="10004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5d6511d6a4d05">
            <a:lum contrast="-30000"/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126480" y="1097280"/>
            <a:ext cx="2560320" cy="1920240"/>
          </a:xfrm>
          <a:prstGeom xmlns:a="http://schemas.openxmlformats.org/drawingml/2006/main" prst="rect">
            <a:avLst/>
          </a:prstGeom>
        </p:spPr>
      </p:pic>
      <p:sp>
        <p:nvSpPr>
          <p:cNvPr id="100044" name="TextBox 4"/>
          <p:cNvSpPr txBox="1"/>
          <p:nvPr/>
        </p:nvSpPr>
        <p:spPr>
          <a:xfrm xmlns:a="http://schemas.openxmlformats.org/drawingml/2006/main">
            <a:off x="6126480" y="3108960"/>
            <a:ext cx="256032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i="1"/>
              <a:t>contrast=-30</a:t>
            </a:r>
          </a:p>
        </p:txBody>
      </p:sp>
      <p:pic>
        <p:nvPicPr>
          <p:cNvPr id="10004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72a476f9a4323">
            <a:lum bright="-20000" contrast="40000"/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961120" y="1097280"/>
            <a:ext cx="2560320" cy="1920240"/>
          </a:xfrm>
          <a:prstGeom xmlns:a="http://schemas.openxmlformats.org/drawingml/2006/main" prst="rect">
            <a:avLst/>
          </a:prstGeom>
        </p:spPr>
      </p:pic>
      <p:sp>
        <p:nvSpPr>
          <p:cNvPr id="100046" name="TextBox 5"/>
          <p:cNvSpPr txBox="1"/>
          <p:nvPr/>
        </p:nvSpPr>
        <p:spPr>
          <a:xfrm xmlns:a="http://schemas.openxmlformats.org/drawingml/2006/main">
            <a:off x="8961120" y="3108960"/>
            <a:ext cx="256032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i="1"/>
              <a:t>brightness=-20 + contrast=40</a:t>
            </a:r>
          </a:p>
        </p:txBody>
      </p:sp>
      <p:pic>
        <p:nvPicPr>
          <p:cNvPr id="100047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35db72121423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57200" y="3840480"/>
            <a:ext cx="2560320" cy="1920240"/>
          </a:xfrm>
          <a:prstGeom xmlns:a="http://schemas.openxmlformats.org/drawingml/2006/main" prst="rect">
            <a:avLst/>
          </a:prstGeom>
          <a:effectLst xmlns:a="http://schemas.openxmlformats.org/drawingml/2006/main">
            <a:glow rad="152400">
              <a:srgbClr val="FFD700">
                <a:alpha val="75000"/>
              </a:srgbClr>
            </a:glow>
          </a:effectLst>
        </p:spPr>
      </p:pic>
      <p:sp>
        <p:nvSpPr>
          <p:cNvPr id="100048" name="TextBox 6"/>
          <p:cNvSpPr txBox="1"/>
          <p:nvPr/>
        </p:nvSpPr>
        <p:spPr>
          <a:xfrm xmlns:a="http://schemas.openxmlformats.org/drawingml/2006/main">
            <a:off x="457200" y="5852160"/>
            <a:ext cx="256032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i="1"/>
              <a:t>glow=FFD700-12-75</a:t>
            </a:r>
          </a:p>
        </p:txBody>
      </p:sp>
      <p:pic>
        <p:nvPicPr>
          <p:cNvPr id="10004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e3aa4bc534a6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291840" y="3840480"/>
            <a:ext cx="2560320" cy="192024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76200" dir="27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100050" name="TextBox 7"/>
          <p:cNvSpPr txBox="1"/>
          <p:nvPr/>
        </p:nvSpPr>
        <p:spPr>
          <a:xfrm xmlns:a="http://schemas.openxmlformats.org/drawingml/2006/main">
            <a:off x="3291840" y="5852160"/>
            <a:ext cx="256032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i="1"/>
              <a:t>shadow=000000-10-45-6-50</a:t>
            </a:r>
          </a:p>
        </p:txBody>
      </p:sp>
      <p:pic>
        <p:nvPicPr>
          <p:cNvPr id="10005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29cc1549f44ac"/>
          <a:srcRect xmlns:a="http://schemas.openxmlformats.org/drawingml/2006/main" r="25000" b="1500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126480" y="3840480"/>
            <a:ext cx="2560320" cy="1920240"/>
          </a:xfrm>
          <a:prstGeom xmlns:a="http://schemas.openxmlformats.org/drawingml/2006/main" prst="rect">
            <a:avLst/>
          </a:prstGeom>
        </p:spPr>
      </p:pic>
      <p:sp>
        <p:nvSpPr>
          <p:cNvPr id="100052" name="TextBox 8"/>
          <p:cNvSpPr txBox="1"/>
          <p:nvPr/>
        </p:nvSpPr>
        <p:spPr>
          <a:xfrm xmlns:a="http://schemas.openxmlformats.org/drawingml/2006/main">
            <a:off x="6126480" y="5852160"/>
            <a:ext cx="256032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i="1"/>
              <a:t>cropRight=25 + cropBottom=15</a:t>
            </a:r>
          </a:p>
        </p:txBody>
      </p:sp>
      <p:pic>
        <p:nvPicPr>
          <p:cNvPr id="100053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5d15e213b480c">
            <a:lum bright="15000" contrast="20000"/>
          </a:blip>
          <a:srcRect xmlns:a="http://schemas.openxmlformats.org/drawingml/2006/main" l="10000" t="10000" r="10000" b="1000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961120" y="3840480"/>
            <a:ext cx="2560320" cy="1920240"/>
          </a:xfrm>
          <a:prstGeom xmlns:a="http://schemas.openxmlformats.org/drawingml/2006/main" prst="rect">
            <a:avLst/>
          </a:prstGeom>
          <a:effectLst xmlns:a="http://schemas.openxmlformats.org/drawingml/2006/main">
            <a:glow rad="101600">
              <a:srgbClr val="4472C4">
                <a:alpha val="60000"/>
              </a:srgbClr>
            </a:glow>
            <a:outerShdw blurRad="76200" dist="38100" dir="81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00054" name="TextBox 9"/>
          <p:cNvSpPr txBox="1"/>
          <p:nvPr/>
        </p:nvSpPr>
        <p:spPr>
          <a:xfrm xmlns:a="http://schemas.openxmlformats.org/drawingml/2006/main">
            <a:off x="8961120" y="5852160"/>
            <a:ext cx="256032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i="1"/>
              <a:t>trimmed + bright + contrast + glow + shadow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OfficeCLI/1.0.102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2026-06-04T10:36:42Z</dcterms:created>
  <cp:lastModifiedBy>OfficeCLI</cp:lastModifiedBy>
  <dcterms:modified xsi:type="dcterms:W3CDTF">2026-06-04T10:36:42Z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1.0.102</vt:lpwstr>
  </op:property>
  <op:property fmtid="{D5CDD505-2E9C-101B-9397-08002B2CF9AE}" pid="3" name="OfficeCLI.LastModified">
    <vt:lpwstr xmlns:vt="http://schemas.openxmlformats.org/officeDocument/2006/docPropsVTypes">2026-06-04T10:36:52Z</vt:lpwstr>
  </op:property>
</op:Properties>
</file>