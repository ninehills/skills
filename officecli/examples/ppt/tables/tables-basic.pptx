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704177ccc9f4809" /><Relationship Type="http://schemas.openxmlformats.org/package/2006/relationships/metadata/core-properties" Target="/docProps/core.xml" Id="R3e8e51a0e081457f" /><Relationship Type="http://schemas.openxmlformats.org/officeDocument/2006/relationships/extended-properties" Target="/docProps/app.xml" Id="Rdb2ab2855b27459e" /><Relationship Type="http://schemas.openxmlformats.org/officeDocument/2006/relationships/custom-properties" Target="/docProps/custom.xml" Id="R44dedba2c275400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486b9dfe21745e9"/>
    <p:sldId id="257" r:id="R254ecd524ddb4a06"/>
    <p:sldId id="258" r:id="Rc39d37dfe9dd44b4"/>
    <p:sldId id="259" r:id="R5d3018eb619f4639"/>
    <p:sldId id="260" r:id="R6b3ca158bb5b4a0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486b9dfe21745e9" /><Relationship Type="http://schemas.openxmlformats.org/officeDocument/2006/relationships/slide" Target="/ppt/slides/slide2.xml" Id="R254ecd524ddb4a06" /><Relationship Type="http://schemas.openxmlformats.org/officeDocument/2006/relationships/slide" Target="/ppt/slides/slide3.xml" Id="Rc39d37dfe9dd44b4" /><Relationship Type="http://schemas.openxmlformats.org/officeDocument/2006/relationships/slide" Target="/ppt/slides/slide4.xml" Id="R5d3018eb619f4639" /><Relationship Type="http://schemas.openxmlformats.org/officeDocument/2006/relationships/slide" Target="/ppt/slides/slide5.xml" Id="R6b3ca158bb5b4a0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51a8a18dc4d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66c86a8fa47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e82b7467b4a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34ccf58af45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c94fd9ce74c2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d9afea8b0a4430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960e82067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94b4def9e4f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2b41bca5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97402dc0a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5e3c255784be0" /><Relationship Type="http://schemas.openxmlformats.org/officeDocument/2006/relationships/image" Target="/ppt/media/image.png" Id="Rad027160306841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Basic Table — Inline Data</a:t>
            </a:r>
          </a:p>
        </p:txBody>
      </p:sp>
      <p:graphicFrame>
        <p:nvGraphicFramePr>
          <p:cNvPr id="100001" name="Table 1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120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135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142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168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110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121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/>
                        <a:t>East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165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178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190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205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Basic Table — Per-Cell Set</a:t>
            </a:r>
          </a:p>
        </p:txBody>
      </p:sp>
      <p:graphicFrame>
        <p:nvGraphicFramePr>
          <p:cNvPr id="100003" name="Table 1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9144000" cy="2286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3048000"/>
                <a:gridCol w="3048000"/>
              </a:tblGrid>
              <a:tr h="5715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US"/>
                        <a:t>Widget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$48,000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US"/>
                        <a:t>Gizmo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$72,250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US"/>
                        <a:t>Sprocket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$25,800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Cell Fill Variations</a:t>
            </a:r>
          </a:p>
        </p:txBody>
      </p:sp>
      <p:graphicFrame>
        <p:nvGraphicFramePr>
          <p:cNvPr id="100005" name="Table 1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fill spec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rendered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fill=FF0000  (solid hex)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fill=red  /  fill=rgb(255,0,0)  (named / rgb forms)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fill=accent1  (theme color, follows deck theme)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fill="FF0000-0000FF-90"  (gradient, 90° angle)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gradFill>
                      <a:gsLst>
                        <a:gs pos="0">
                          <a:srgbClr val="FF0000"/>
                        </a:gs>
                        <a:gs pos="100000">
                          <a:srgbClr val="0000FF"/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  <p:sp>
        <p:nvSpPr>
          <p:cNvPr id="100006" name="TextBox 2"/>
          <p:cNvSpPr txBox="1"/>
          <p:nvPr/>
        </p:nvSpPr>
        <p:spPr>
          <a:xfrm xmlns:a="http://schemas.openxmlformats.org/drawingml/2006/main">
            <a:off x="457200" y="49377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fill=none  (explicit no-fill; cell becomes transparent):</a:t>
            </a:r>
          </a:p>
        </p:txBody>
      </p:sp>
      <p:graphicFrame>
        <p:nvGraphicFramePr>
          <p:cNvPr id="100007" name="Table 2"/>
          <p:cNvGraphicFramePr/>
          <p:nvPr/>
        </p:nvGraphicFramePr>
        <p:xfrm>
          <a:off xmlns:a="http://schemas.openxmlformats.org/drawingml/2006/main" x="457200" y="5394960"/>
          <a:ext xmlns:a="http://schemas.openxmlformats.org/drawingml/2006/main" cx="3657600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solid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8" name="TextBox 1"/>
          <p:cNvSpPr txBox="1"/>
          <p:nvPr/>
        </p:nvSpPr>
        <p:spPr>
          <a:xfrm xmlns:a="http://schemas.openxmlformats.org/drawingml/2006/main">
            <a:off x="457200" y="274320"/>
            <a:ext cx="11887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Cell Typography — italic / underline / strike / font / wrap / spacing</a:t>
            </a:r>
          </a:p>
        </p:txBody>
      </p:sp>
      <p:graphicFrame>
        <p:nvGraphicFramePr>
          <p:cNvPr id="100009" name="Table 1"/>
          <p:cNvGraphicFramePr/>
          <p:nvPr/>
        </p:nvGraphicFramePr>
        <p:xfrm>
          <a:off xmlns:a="http://schemas.openxmlformats.org/drawingml/2006/main" x="457200" y="1005840"/>
          <a:ext xmlns:a="http://schemas.openxmlformats.org/drawingml/2006/main" cx="11887200" cy="457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0"/>
                <a:gridCol w="5943600"/>
              </a:tblGrid>
              <a:tr h="65314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lang="en-US"/>
                        <a:t>italic=true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i="1"/>
                        <a:t>This cell text is italic.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lang="en-US"/>
                        <a:t>underline=single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u="sng"/>
                        <a:t>This cell text is underlined.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lang="en-US"/>
                        <a:t>strike=single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/>
                        <a:t>This cell text has strikethrough.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lang="en-US"/>
                        <a:t>font=Georgia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Georgia"/>
                          <a:ea typeface="Georgia"/>
                        </a:rPr>
                        <a:t>This cell uses Georgia.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lang="en-US"/>
                        <a:t>wrap=false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lang="en-US"/>
                        <a:t>This is a long sentence that will not wrap because wrap is disabled — it just runs off the edge.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lang="en-US"/>
                        <a:t>linespacing=1.5x + spacebefore=4pt + spaceafter=4pt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/>
                        <a:t>Paragraph A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0" name="TextBox 1"/>
          <p:cNvSpPr txBox="1"/>
          <p:nvPr/>
        </p:nvSpPr>
        <p:spPr>
          <a:xfrm xmlns:a="http://schemas.openxmlformats.org/drawingml/2006/main">
            <a:off x="457200" y="274320"/>
            <a:ext cx="11887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/>
              <a:t>Cell Layout — padding / opacity / image / textdirection / merge.right / bevel</a:t>
            </a:r>
          </a:p>
        </p:txBody>
      </p:sp>
      <p:graphicFrame>
        <p:nvGraphicFramePr>
          <p:cNvPr id="100011" name="Table 1"/>
          <p:cNvGraphicFramePr/>
          <p:nvPr/>
        </p:nvGraphicFramePr>
        <p:xfrm>
          <a:off xmlns:a="http://schemas.openxmlformats.org/drawingml/2006/main" x="457200" y="1005840"/>
          <a:ext xmlns:a="http://schemas.openxmlformats.org/drawingml/2006/main" cx="11887200" cy="5669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0"/>
                <a:gridCol w="5943600"/>
              </a:tblGrid>
              <a:tr h="70866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lang="en-US"/>
                        <a:t>padding=0.25in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Large inner margin.</a:t>
                      </a:r>
                    </a:p>
                  </a:txBody>
                  <a:tcPr marL="228600" marR="228600" marT="228600" marB="22860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AE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lang="en-US"/>
                        <a:t>padding.bottom=0.3in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Extra space below this text.</a:t>
                      </a:r>
                    </a:p>
                  </a:txBody>
                  <a:tcPr marB="274320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1FAE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lang="en-US"/>
                        <a:t>opacity=0.4  (requires fill)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40% transparent fill.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4472C4">
                        <a:alpha val="40000"/>
                      </a:srgbClr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lang="en-US"/>
                        <a:t>image=/path/to/img.png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blipFill>
                      <a:blip xmlns:r="http://schemas.openxmlformats.org/officeDocument/2006/relationships" r:embed="Rad02716030684106"/>
                      <a:stretch>
                        <a:fillRect/>
                      </a:stretch>
                    </a:blip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lang="en-US"/>
                        <a:t>textdirection=vert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Vertical text</a:t>
                      </a:r>
                    </a:p>
                  </a:txBody>
                  <a:tcPr vert="vert"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lang="en-US"/>
                        <a:t>direction=rtl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800"/>
                        <a:t>مرحبا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A8DAD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lang="en-US" sz="1100"/>
                        <a:t>merge.right=1  bevel=circle  border.right=2pt solid E63946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Merged, beveled, custom right border.</a:t>
                      </a:r>
                    </a:p>
                  </a:txBody>
                  <a:tcPr>
                    <a:lnL w="12700">
                      <a:solidFill>
                        <a:srgbClr val="808080"/>
                      </a:solidFill>
                      <a:prstDash val="solid"/>
                    </a:lnL>
                    <a:lnR w="25400">
                      <a:solidFill>
                        <a:srgbClr val="E63946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cell3D>
                      <a:bevel prst="circle"/>
                    </a:cell3D>
                    <a:solidFill>
                      <a:srgbClr val="F4A261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2026-06-04T10:44:06Z</dcterms:created>
  <cp:lastModifiedBy>OfficeCLI</cp:lastModifiedBy>
  <dcterms:modified xsi:type="dcterms:W3CDTF">2026-06-04T10:44:06Z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2026-06-04T10:44:17Z</vt:lpwstr>
  </op:property>
</op:Properties>
</file>