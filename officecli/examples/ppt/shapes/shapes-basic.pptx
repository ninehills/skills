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8a586eefd044a0e" /><Relationship Type="http://schemas.openxmlformats.org/package/2006/relationships/metadata/core-properties" Target="/docProps/core.xml" Id="R321decbe6bdf478f" /><Relationship Type="http://schemas.openxmlformats.org/officeDocument/2006/relationships/extended-properties" Target="/docProps/app.xml" Id="Red28836946124338" /><Relationship Type="http://schemas.openxmlformats.org/officeDocument/2006/relationships/custom-properties" Target="/docProps/custom.xml" Id="R8fcd6a4fdb5a41d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702cb63f00d40cb"/>
    <p:sldId id="257" r:id="Ra4d0b27b2fa14c0c"/>
    <p:sldId id="258" r:id="R51d6cb7693794227"/>
    <p:sldId id="259" r:id="Rd2965e7c73234724"/>
    <p:sldId id="260" r:id="Rc8326d659a584e0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702cb63f00d40cb" /><Relationship Type="http://schemas.openxmlformats.org/officeDocument/2006/relationships/slide" Target="/ppt/slides/slide2.xml" Id="Ra4d0b27b2fa14c0c" /><Relationship Type="http://schemas.openxmlformats.org/officeDocument/2006/relationships/slide" Target="/ppt/slides/slide3.xml" Id="R51d6cb7693794227" /><Relationship Type="http://schemas.openxmlformats.org/officeDocument/2006/relationships/slide" Target="/ppt/slides/slide4.xml" Id="Rd2965e7c73234724" /><Relationship Type="http://schemas.openxmlformats.org/officeDocument/2006/relationships/slide" Target="/ppt/slides/slide5.xml" Id="Rc8326d659a584e0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75e929f8241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4320c7a10f44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6086e9d774f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4207d97d848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271837cb7490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8c8ff48e0d74fc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eaf1bc0b245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5e8d7301249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0245fcfb747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9475deb5647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88c7e02614a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Geometry Presets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457200" y="1371600"/>
            <a:ext cx="11887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rect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1874520" y="1371600"/>
            <a:ext cx="1188720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roundRect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3291840" y="1371600"/>
            <a:ext cx="1188720" cy="1188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ellipse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4709160" y="1371600"/>
            <a:ext cx="1188720" cy="11887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triangle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6126480" y="1371600"/>
            <a:ext cx="1188720" cy="118872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diamond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543800" y="1371600"/>
            <a:ext cx="1188720" cy="11887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parallelogram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8961120" y="1371600"/>
            <a:ext cx="1188720" cy="11887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rightArrow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10378440" y="1371600"/>
            <a:ext cx="1188720" cy="118872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star5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Fill Variations</a:t>
            </a:r>
          </a:p>
        </p:txBody>
      </p:sp>
      <p:sp>
        <p:nvSpPr>
          <p:cNvPr id="100010" name="TextBox 2"/>
          <p:cNvSpPr/>
          <p:nvPr/>
        </p:nvSpPr>
        <p:spPr>
          <a:xfrm xmlns:a="http://schemas.openxmlformats.org/drawingml/2006/main">
            <a:off x="457200" y="1188720"/>
            <a:ext cx="22860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394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fill=E63946</a:t>
            </a:r>
          </a:p>
        </p:txBody>
      </p:sp>
      <p:sp>
        <p:nvSpPr>
          <p:cNvPr id="100011" name="TextBox 3"/>
          <p:cNvSpPr/>
          <p:nvPr/>
        </p:nvSpPr>
        <p:spPr>
          <a:xfrm xmlns:a="http://schemas.openxmlformats.org/drawingml/2006/main">
            <a:off x="3017520" y="1188720"/>
            <a:ext cx="22860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fill=accent2</a:t>
            </a:r>
          </a:p>
        </p:txBody>
      </p:sp>
      <p:sp>
        <p:nvSpPr>
          <p:cNvPr id="100012" name="TextBox 4"/>
          <p:cNvSpPr/>
          <p:nvPr/>
        </p:nvSpPr>
        <p:spPr>
          <a:xfrm xmlns:a="http://schemas.openxmlformats.org/drawingml/2006/main">
            <a:off x="5577840" y="1188720"/>
            <a:ext cx="2286000" cy="1371600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rgbClr val="FF6B6B"/>
              </a:gs>
              <a:gs pos="100000">
                <a:srgbClr val="4ECDC4"/>
              </a:gs>
            </a:gsLst>
            <a:lin ang="27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gradient linear 45°</a:t>
            </a:r>
          </a:p>
        </p:txBody>
      </p:sp>
      <p:sp>
        <p:nvSpPr>
          <p:cNvPr id="100013" name="TextBox 5"/>
          <p:cNvSpPr/>
          <p:nvPr/>
        </p:nvSpPr>
        <p:spPr>
          <a:xfrm xmlns:a="http://schemas.openxmlformats.org/drawingml/2006/main">
            <a:off x="8138160" y="1188720"/>
            <a:ext cx="2286000" cy="1371600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rgbClr val="FFE66D"/>
              </a:gs>
              <a:gs pos="100000">
                <a:srgbClr val="FF6B35"/>
              </a:gs>
            </a:gsLst>
            <a:path path="circle">
              <a:fillToRect l="50000" t="50000" r="50000" b="50000"/>
            </a:path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000000"/>
                </a:solidFill>
              </a:rPr>
              <a:t>gradient radial</a:t>
            </a:r>
          </a:p>
        </p:txBody>
      </p:sp>
      <p:sp>
        <p:nvSpPr>
          <p:cNvPr id="100014" name="TextBox 6"/>
          <p:cNvSpPr/>
          <p:nvPr/>
        </p:nvSpPr>
        <p:spPr>
          <a:xfrm xmlns:a="http://schemas.openxmlformats.org/drawingml/2006/main">
            <a:off x="457200" y="2834640"/>
            <a:ext cx="2286000" cy="1371600"/>
          </a:xfrm>
          <a:prstGeom xmlns:a="http://schemas.openxmlformats.org/drawingml/2006/main" prst="roundRect">
            <a:avLst/>
          </a:prstGeom>
          <a:pattFill xmlns:a="http://schemas.openxmlformats.org/drawingml/2006/main" prst="diagBrick">
            <a:fgClr>
              <a:srgbClr val="1D3557"/>
            </a:fgClr>
            <a:bgClr>
              <a:srgbClr val="F1FAEE"/>
            </a:bgClr>
          </a:patt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pattern diagBrick</a:t>
            </a:r>
          </a:p>
        </p:txBody>
      </p:sp>
      <p:sp>
        <p:nvSpPr>
          <p:cNvPr id="100015" name="TextBox 7"/>
          <p:cNvSpPr/>
          <p:nvPr/>
        </p:nvSpPr>
        <p:spPr>
          <a:xfrm xmlns:a="http://schemas.openxmlformats.org/drawingml/2006/main">
            <a:off x="3017520" y="2834640"/>
            <a:ext cx="22860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A9D8F">
              <a:alpha val="4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000000"/>
                </a:solidFill>
              </a:rPr>
              <a:t>fill + opacity=0.4</a:t>
            </a:r>
          </a:p>
        </p:txBody>
      </p:sp>
      <p:sp>
        <p:nvSpPr>
          <p:cNvPr id="100016" name="TextBox 8"/>
          <p:cNvSpPr/>
          <p:nvPr/>
        </p:nvSpPr>
        <p:spPr>
          <a:xfrm xmlns:a="http://schemas.openxmlformats.org/drawingml/2006/main">
            <a:off x="5577840" y="2834640"/>
            <a:ext cx="2286000" cy="13716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646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264653"/>
                </a:solidFill>
              </a:rPr>
              <a:t>fill=none + outline</a:t>
            </a:r>
          </a:p>
        </p:txBody>
      </p:sp>
      <p:sp>
        <p:nvSpPr>
          <p:cNvPr id="100017" name="TextBox 9"/>
          <p:cNvSpPr/>
          <p:nvPr/>
        </p:nvSpPr>
        <p:spPr>
          <a:xfrm xmlns:a="http://schemas.openxmlformats.org/drawingml/2006/main">
            <a:off x="8138160" y="2834640"/>
            <a:ext cx="2286000" cy="1371600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rgbClr val="FF0000"/>
              </a:gs>
              <a:gs pos="40000">
                <a:srgbClr val="FFD700"/>
              </a:gs>
              <a:gs pos="100000">
                <a:srgbClr val="0000FF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gradient per-stop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Outline Styling</a:t>
            </a:r>
          </a:p>
        </p:txBody>
      </p:sp>
      <p:sp>
        <p:nvSpPr>
          <p:cNvPr id="100019" name="TextBox 2"/>
          <p:cNvSpPr/>
          <p:nvPr/>
        </p:nvSpPr>
        <p:spPr>
          <a:xfrm xmlns:a="http://schemas.openxmlformats.org/drawingml/2006/main">
            <a:off x="457200" y="1188720"/>
            <a:ext cx="2743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94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line="E63946:3:solid"</a:t>
            </a:r>
          </a:p>
        </p:txBody>
      </p:sp>
      <p:sp>
        <p:nvSpPr>
          <p:cNvPr id="100020" name="TextBox 3"/>
          <p:cNvSpPr/>
          <p:nvPr/>
        </p:nvSpPr>
        <p:spPr>
          <a:xfrm xmlns:a="http://schemas.openxmlformats.org/drawingml/2006/main">
            <a:off x="3657600" y="1188720"/>
            <a:ext cx="2743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D355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line="1D3557:2:dash"</a:t>
            </a:r>
          </a:p>
        </p:txBody>
      </p:sp>
      <p:sp>
        <p:nvSpPr>
          <p:cNvPr id="100021" name="TextBox 4"/>
          <p:cNvSpPr/>
          <p:nvPr/>
        </p:nvSpPr>
        <p:spPr>
          <a:xfrm xmlns:a="http://schemas.openxmlformats.org/drawingml/2006/main">
            <a:off x="6858000" y="1188720"/>
            <a:ext cx="2743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A9D8F"/>
            </a:solidFill>
            <a:prstDash val="dash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line="2A9D8F:2.5:dashDot"</a:t>
            </a:r>
          </a:p>
        </p:txBody>
      </p:sp>
      <p:sp>
        <p:nvSpPr>
          <p:cNvPr id="100022" name="TextBox 5"/>
          <p:cNvSpPr/>
          <p:nvPr/>
        </p:nvSpPr>
        <p:spPr>
          <a:xfrm xmlns:a="http://schemas.openxmlformats.org/drawingml/2006/main">
            <a:off x="457200" y="2651760"/>
            <a:ext cx="274320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66D"/>
          </a:solidFill>
          <a:ln xmlns:a="http://schemas.openxmlformats.org/drawingml/2006/main" w="50800">
            <a:solidFill>
              <a:srgbClr val="E6394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separate lineColor/lineWidth/lineDash</a:t>
            </a:r>
          </a:p>
        </p:txBody>
      </p:sp>
      <p:sp>
        <p:nvSpPr>
          <p:cNvPr id="100023" name="TextBox 6"/>
          <p:cNvSpPr/>
          <p:nvPr/>
        </p:nvSpPr>
        <p:spPr>
          <a:xfrm xmlns:a="http://schemas.openxmlformats.org/drawingml/2006/main">
            <a:off x="3657600" y="2651760"/>
            <a:ext cx="274320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ADC"/>
          </a:solidFill>
          <a:ln xmlns:a="http://schemas.openxmlformats.org/drawingml/2006/main" w="76200" cmpd="dbl">
            <a:solidFill>
              <a:srgbClr val="1D35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cmpd=dbl (double stroke)</a:t>
            </a:r>
          </a:p>
        </p:txBody>
      </p:sp>
      <p:sp>
        <p:nvSpPr>
          <p:cNvPr id="100024" name="TextBox 7"/>
          <p:cNvSpPr/>
          <p:nvPr/>
        </p:nvSpPr>
        <p:spPr>
          <a:xfrm xmlns:a="http://schemas.openxmlformats.org/drawingml/2006/main">
            <a:off x="6858000" y="2651760"/>
            <a:ext cx="274320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ADC"/>
          </a:solidFill>
          <a:ln xmlns:a="http://schemas.openxmlformats.org/drawingml/2006/main" w="101600" cmpd="tri">
            <a:solidFill>
              <a:srgbClr val="1D35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cmpd=tri (triple stroke)</a:t>
            </a:r>
          </a:p>
        </p:txBody>
      </p:sp>
      <p:sp>
        <p:nvSpPr>
          <p:cNvPr id="100025" name="TextBox 8"/>
          <p:cNvSpPr txBox="1"/>
          <p:nvPr/>
        </p:nvSpPr>
        <p:spPr>
          <a:xfrm xmlns:a="http://schemas.openxmlformats.org/drawingml/2006/main">
            <a:off x="457200" y="429768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headEnd / tailEnd work on any outline (not just connectors):</a:t>
            </a:r>
          </a:p>
        </p:txBody>
      </p:sp>
      <p:sp>
        <p:nvSpPr>
          <p:cNvPr id="100026" name="TextBox 9"/>
          <p:cNvSpPr/>
          <p:nvPr/>
        </p:nvSpPr>
        <p:spPr>
          <a:xfrm xmlns:a="http://schemas.openxmlformats.org/drawingml/2006/main">
            <a:off x="457200" y="4754880"/>
            <a:ext cx="3657600" cy="45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0000"/>
            </a:solidFill>
            <a:headEnd type="triangle"/>
            <a:tailEnd type="arrow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7" name="TextBox 10"/>
          <p:cNvSpPr/>
          <p:nvPr/>
        </p:nvSpPr>
        <p:spPr>
          <a:xfrm xmlns:a="http://schemas.openxmlformats.org/drawingml/2006/main">
            <a:off x="4572000" y="4754880"/>
            <a:ext cx="3657600" cy="45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0000"/>
            </a:solidFill>
            <a:headEnd type="diamond"/>
            <a:tailEnd type="oval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8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Rotation + Effects</a:t>
            </a:r>
          </a:p>
        </p:txBody>
      </p:sp>
      <p:sp>
        <p:nvSpPr>
          <p:cNvPr id="100029" name="TextBox 2"/>
          <p:cNvSpPr/>
          <p:nvPr/>
        </p:nvSpPr>
        <p:spPr>
          <a:xfrm xmlns:a="http://schemas.openxmlformats.org/drawingml/2006/main" rot="0">
            <a:off x="45720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0°</a:t>
            </a:r>
          </a:p>
        </p:txBody>
      </p:sp>
      <p:sp>
        <p:nvSpPr>
          <p:cNvPr id="100030" name="TextBox 3"/>
          <p:cNvSpPr/>
          <p:nvPr/>
        </p:nvSpPr>
        <p:spPr>
          <a:xfrm xmlns:a="http://schemas.openxmlformats.org/drawingml/2006/main" rot="1800000">
            <a:off x="187452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30°</a:t>
            </a:r>
          </a:p>
        </p:txBody>
      </p:sp>
      <p:sp>
        <p:nvSpPr>
          <p:cNvPr id="100031" name="TextBox 4"/>
          <p:cNvSpPr/>
          <p:nvPr/>
        </p:nvSpPr>
        <p:spPr>
          <a:xfrm xmlns:a="http://schemas.openxmlformats.org/drawingml/2006/main" rot="3600000">
            <a:off x="329184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60°</a:t>
            </a:r>
          </a:p>
        </p:txBody>
      </p:sp>
      <p:sp>
        <p:nvSpPr>
          <p:cNvPr id="100032" name="TextBox 5"/>
          <p:cNvSpPr/>
          <p:nvPr/>
        </p:nvSpPr>
        <p:spPr>
          <a:xfrm xmlns:a="http://schemas.openxmlformats.org/drawingml/2006/main" rot="5400000">
            <a:off x="470916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90°</a:t>
            </a:r>
          </a:p>
        </p:txBody>
      </p:sp>
      <p:sp>
        <p:nvSpPr>
          <p:cNvPr id="100033" name="TextBox 6"/>
          <p:cNvSpPr/>
          <p:nvPr/>
        </p:nvSpPr>
        <p:spPr>
          <a:xfrm xmlns:a="http://schemas.openxmlformats.org/drawingml/2006/main" rot="8100000">
            <a:off x="612648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135°</a:t>
            </a:r>
          </a:p>
        </p:txBody>
      </p:sp>
      <p:sp>
        <p:nvSpPr>
          <p:cNvPr id="100034" name="TextBox 7"/>
          <p:cNvSpPr/>
          <p:nvPr/>
        </p:nvSpPr>
        <p:spPr>
          <a:xfrm xmlns:a="http://schemas.openxmlformats.org/drawingml/2006/main" rot="10800000">
            <a:off x="754380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180°</a:t>
            </a:r>
          </a:p>
        </p:txBody>
      </p:sp>
      <p:sp>
        <p:nvSpPr>
          <p:cNvPr id="100035" name="TextBox 8"/>
          <p:cNvSpPr/>
          <p:nvPr/>
        </p:nvSpPr>
        <p:spPr>
          <a:xfrm xmlns:a="http://schemas.openxmlformats.org/drawingml/2006/main" rot="13500000">
            <a:off x="896112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225°</a:t>
            </a:r>
          </a:p>
        </p:txBody>
      </p:sp>
      <p:sp>
        <p:nvSpPr>
          <p:cNvPr id="100036" name="TextBox 9"/>
          <p:cNvSpPr/>
          <p:nvPr/>
        </p:nvSpPr>
        <p:spPr>
          <a:xfrm xmlns:a="http://schemas.openxmlformats.org/drawingml/2006/main" rot="16200000">
            <a:off x="1037844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270°</a:t>
            </a:r>
          </a:p>
        </p:txBody>
      </p:sp>
      <p:sp>
        <p:nvSpPr>
          <p:cNvPr id="100037" name="TextBox 10"/>
          <p:cNvSpPr/>
          <p:nvPr/>
        </p:nvSpPr>
        <p:spPr>
          <a:xfrm xmlns:a="http://schemas.openxmlformats.org/drawingml/2006/main">
            <a:off x="914400" y="2743200"/>
            <a:ext cx="320040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3946"/>
          </a:solidFill>
          <a:effectLst xmlns:a="http://schemas.openxmlformats.org/drawingml/2006/main"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shadow=000000</a:t>
            </a:r>
          </a:p>
        </p:txBody>
      </p:sp>
      <p:sp>
        <p:nvSpPr>
          <p:cNvPr id="100038" name="TextBox 11"/>
          <p:cNvSpPr/>
          <p:nvPr/>
        </p:nvSpPr>
        <p:spPr>
          <a:xfrm xmlns:a="http://schemas.openxmlformats.org/drawingml/2006/main">
            <a:off x="5029200" y="2743200"/>
            <a:ext cx="320040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A9D8F"/>
          </a:solidFill>
          <a:effectLst xmlns:a="http://schemas.openxmlformats.org/drawingml/2006/main">
            <a:glow rad="101600">
              <a:srgbClr val="FFD700">
                <a:alpha val="75000"/>
              </a:srgbClr>
            </a:glo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glow=FFD700</a:t>
            </a:r>
          </a:p>
        </p:txBody>
      </p:sp>
      <p:sp>
        <p:nvSpPr>
          <p:cNvPr id="100039" name="TextBox 12"/>
          <p:cNvSpPr/>
          <p:nvPr/>
        </p:nvSpPr>
        <p:spPr>
          <a:xfrm xmlns:a="http://schemas.openxmlformats.org/drawingml/2006/main">
            <a:off x="9144000" y="2743200"/>
            <a:ext cx="274320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A261"/>
          </a:solidFill>
          <a:effectLst xmlns:a="http://schemas.openxmlformats.org/drawingml/2006/main">
            <a:reflection blurRad="6350" stA="52000" stPos="0" endA="300" endPos="55000" dist="0" dir="5400000" sy="-100000" algn="bl" rotWithShape="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000000"/>
                </a:solidFill>
              </a:rPr>
              <a:t>reflection=tight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40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Stroke Geometry — lineCap / lineJoin / lineAlign</a:t>
            </a:r>
          </a:p>
        </p:txBody>
      </p:sp>
      <p:sp>
        <p:nvSpPr>
          <p:cNvPr id="100041" name="TextBox 2"/>
          <p:cNvSpPr/>
          <p:nvPr/>
        </p:nvSpPr>
        <p:spPr>
          <a:xfrm xmlns:a="http://schemas.openxmlformats.org/drawingml/2006/main">
            <a:off x="457200" y="1371600"/>
            <a:ext cx="3657600" cy="45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0" cap="flat">
            <a:solidFill>
              <a:srgbClr val="1D355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2" name="TextBox 3"/>
          <p:cNvSpPr txBox="1"/>
          <p:nvPr/>
        </p:nvSpPr>
        <p:spPr>
          <a:xfrm xmlns:a="http://schemas.openxmlformats.org/drawingml/2006/main">
            <a:off x="457200" y="164592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lineCap=flat</a:t>
            </a:r>
          </a:p>
        </p:txBody>
      </p:sp>
      <p:sp>
        <p:nvSpPr>
          <p:cNvPr id="100043" name="TextBox 4"/>
          <p:cNvSpPr/>
          <p:nvPr/>
        </p:nvSpPr>
        <p:spPr>
          <a:xfrm xmlns:a="http://schemas.openxmlformats.org/drawingml/2006/main">
            <a:off x="4389120" y="1371600"/>
            <a:ext cx="3657600" cy="45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0" cap="rnd">
            <a:solidFill>
              <a:srgbClr val="1D355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4" name="TextBox 5"/>
          <p:cNvSpPr txBox="1"/>
          <p:nvPr/>
        </p:nvSpPr>
        <p:spPr>
          <a:xfrm xmlns:a="http://schemas.openxmlformats.org/drawingml/2006/main">
            <a:off x="4389120" y="164592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lineCap=round</a:t>
            </a:r>
          </a:p>
        </p:txBody>
      </p:sp>
      <p:sp>
        <p:nvSpPr>
          <p:cNvPr id="100045" name="TextBox 6"/>
          <p:cNvSpPr/>
          <p:nvPr/>
        </p:nvSpPr>
        <p:spPr>
          <a:xfrm xmlns:a="http://schemas.openxmlformats.org/drawingml/2006/main">
            <a:off x="8321040" y="1371600"/>
            <a:ext cx="3657600" cy="45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0" cap="sq">
            <a:solidFill>
              <a:srgbClr val="1D355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TextBox 7"/>
          <p:cNvSpPr txBox="1"/>
          <p:nvPr/>
        </p:nvSpPr>
        <p:spPr>
          <a:xfrm xmlns:a="http://schemas.openxmlformats.org/drawingml/2006/main">
            <a:off x="8321040" y="164592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lineCap=square</a:t>
            </a:r>
          </a:p>
        </p:txBody>
      </p:sp>
      <p:sp>
        <p:nvSpPr>
          <p:cNvPr id="100047" name="TextBox 8"/>
          <p:cNvSpPr/>
          <p:nvPr/>
        </p:nvSpPr>
        <p:spPr>
          <a:xfrm xmlns:a="http://schemas.openxmlformats.org/drawingml/2006/main">
            <a:off x="457200" y="2560320"/>
            <a:ext cx="2286000" cy="18288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DADC"/>
          </a:solidFill>
          <a:ln xmlns:a="http://schemas.openxmlformats.org/drawingml/2006/main" w="152400">
            <a:solidFill>
              <a:srgbClr val="E63946"/>
            </a:solidFill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8" name="TextBox 9"/>
          <p:cNvSpPr txBox="1"/>
          <p:nvPr/>
        </p:nvSpPr>
        <p:spPr>
          <a:xfrm xmlns:a="http://schemas.openxmlformats.org/drawingml/2006/main">
            <a:off x="457200" y="44805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lineJoin=round</a:t>
            </a:r>
          </a:p>
        </p:txBody>
      </p:sp>
      <p:sp>
        <p:nvSpPr>
          <p:cNvPr id="100049" name="TextBox 10"/>
          <p:cNvSpPr/>
          <p:nvPr/>
        </p:nvSpPr>
        <p:spPr>
          <a:xfrm xmlns:a="http://schemas.openxmlformats.org/drawingml/2006/main">
            <a:off x="3200400" y="2560320"/>
            <a:ext cx="2286000" cy="18288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DADC"/>
          </a:solidFill>
          <a:ln xmlns:a="http://schemas.openxmlformats.org/drawingml/2006/main" w="152400">
            <a:solidFill>
              <a:srgbClr val="E63946"/>
            </a:solidFill>
            <a:beve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0" name="TextBox 11"/>
          <p:cNvSpPr txBox="1"/>
          <p:nvPr/>
        </p:nvSpPr>
        <p:spPr>
          <a:xfrm xmlns:a="http://schemas.openxmlformats.org/drawingml/2006/main">
            <a:off x="3200400" y="44805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lineJoin=bevel</a:t>
            </a:r>
          </a:p>
        </p:txBody>
      </p:sp>
      <p:sp>
        <p:nvSpPr>
          <p:cNvPr id="100051" name="TextBox 12"/>
          <p:cNvSpPr/>
          <p:nvPr/>
        </p:nvSpPr>
        <p:spPr>
          <a:xfrm xmlns:a="http://schemas.openxmlformats.org/drawingml/2006/main">
            <a:off x="5943600" y="2560320"/>
            <a:ext cx="2286000" cy="18288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DADC"/>
          </a:solidFill>
          <a:ln xmlns:a="http://schemas.openxmlformats.org/drawingml/2006/main" w="152400">
            <a:solidFill>
              <a:srgbClr val="E63946"/>
            </a:solidFill>
            <a:miter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2" name="TextBox 13"/>
          <p:cNvSpPr txBox="1"/>
          <p:nvPr/>
        </p:nvSpPr>
        <p:spPr>
          <a:xfrm xmlns:a="http://schemas.openxmlformats.org/drawingml/2006/main">
            <a:off x="5943600" y="44805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lineJoin=miter</a:t>
            </a:r>
          </a:p>
        </p:txBody>
      </p:sp>
      <p:sp>
        <p:nvSpPr>
          <p:cNvPr id="100053" name="TextBox 14"/>
          <p:cNvSpPr/>
          <p:nvPr/>
        </p:nvSpPr>
        <p:spPr>
          <a:xfrm xmlns:a="http://schemas.openxmlformats.org/drawingml/2006/main">
            <a:off x="457200" y="4663440"/>
            <a:ext cx="2286000" cy="146304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DADC"/>
          </a:solidFill>
          <a:ln xmlns:a="http://schemas.openxmlformats.org/drawingml/2006/main" w="101600">
            <a:solidFill>
              <a:srgbClr val="E63946"/>
            </a:solidFill>
            <a:miter lim="800000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4" name="TextBox 15"/>
          <p:cNvSpPr txBox="1"/>
          <p:nvPr/>
        </p:nvSpPr>
        <p:spPr>
          <a:xfrm xmlns:a="http://schemas.openxmlformats.org/drawingml/2006/main">
            <a:off x="457200" y="630936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lineJoin="miter:800000"  (limit 800%)</a:t>
            </a:r>
          </a:p>
        </p:txBody>
      </p:sp>
      <p:sp>
        <p:nvSpPr>
          <p:cNvPr id="100055" name="TextBox 16"/>
          <p:cNvSpPr/>
          <p:nvPr/>
        </p:nvSpPr>
        <p:spPr>
          <a:xfrm xmlns:a="http://schemas.openxmlformats.org/drawingml/2006/main">
            <a:off x="8138160" y="2560320"/>
            <a:ext cx="1737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152400" algn="ctr">
            <a:solidFill>
              <a:srgbClr val="1D35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6" name="TextBox 17"/>
          <p:cNvSpPr txBox="1"/>
          <p:nvPr/>
        </p:nvSpPr>
        <p:spPr>
          <a:xfrm xmlns:a="http://schemas.openxmlformats.org/drawingml/2006/main">
            <a:off x="8138160" y="448056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lineAlign=ctr</a:t>
            </a:r>
          </a:p>
        </p:txBody>
      </p:sp>
      <p:sp>
        <p:nvSpPr>
          <p:cNvPr id="100057" name="TextBox 18"/>
          <p:cNvSpPr/>
          <p:nvPr/>
        </p:nvSpPr>
        <p:spPr>
          <a:xfrm xmlns:a="http://schemas.openxmlformats.org/drawingml/2006/main">
            <a:off x="10058400" y="2560320"/>
            <a:ext cx="1737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152400" algn="in">
            <a:solidFill>
              <a:srgbClr val="1D35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8" name="TextBox 19"/>
          <p:cNvSpPr txBox="1"/>
          <p:nvPr/>
        </p:nvSpPr>
        <p:spPr>
          <a:xfrm xmlns:a="http://schemas.openxmlformats.org/drawingml/2006/main">
            <a:off x="10058400" y="448056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lineAlign=in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2026-06-04T12:03:08Z</dcterms:created>
  <cp:lastModifiedBy>OfficeCLI</cp:lastModifiedBy>
  <dcterms:modified xsi:type="dcterms:W3CDTF">2026-06-04T12:03:08Z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2026-06-04T12:03:18Z</vt:lpwstr>
  </op:property>
</op:Properties>
</file>