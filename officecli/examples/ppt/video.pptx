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mp4" ContentType="video/mp4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c8f873431c4476e" /><Relationship Type="http://schemas.openxmlformats.org/package/2006/relationships/metadata/core-properties" Target="/docProps/core.xml" Id="R1d36a74e15734258" /><Relationship Type="http://schemas.openxmlformats.org/officeDocument/2006/relationships/extended-properties" Target="/docProps/app.xml" Id="R890a4c70137d4837" /><Relationship Type="http://schemas.openxmlformats.org/officeDocument/2006/relationships/custom-properties" Target="/docProps/custom.xml" Id="R9e7c188e3f424007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fdc5e14e26374893"/>
    <p:sldId id="257" r:id="R10974a8591884ca0"/>
    <p:sldId id="258" r:id="R07bd9ce9622b4247"/>
    <p:sldId id="259" r:id="R155c3afb867b46ec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dc5e14e26374893" /><Relationship Type="http://schemas.openxmlformats.org/officeDocument/2006/relationships/slide" Target="/ppt/slides/slide2.xml" Id="R10974a8591884ca0" /><Relationship Type="http://schemas.openxmlformats.org/officeDocument/2006/relationships/slide" Target="/ppt/slides/slide3.xml" Id="R07bd9ce9622b4247" /><Relationship Type="http://schemas.openxmlformats.org/officeDocument/2006/relationships/slide" Target="/ppt/slides/slide4.xml" Id="R155c3afb867b46ec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3795d2b5b40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aad69f7dda4e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2182e9ee643f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2ea3a9dd6845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d8a877532446f5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644906c68244bc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291dd1aa364f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5f9942daf4356" /><Relationship Type="http://schemas.openxmlformats.org/officeDocument/2006/relationships/video" Target="/media/mediadata.mp4" Id="R8f5c5e2a0cdc49bd" /><Relationship Type="http://schemas.microsoft.com/office/2007/relationships/media" Target="/media/mediadata.mp4" Id="R3dab9d672e854ddd" /><Relationship Type="http://schemas.openxmlformats.org/officeDocument/2006/relationships/image" Target="/ppt/media/image.png" Id="R7f846a300aea48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4c35d2d9142be" /><Relationship Type="http://schemas.openxmlformats.org/officeDocument/2006/relationships/chart" Target="/ppt/slides/charts/chart1.xml" Id="Rb766ccd6136848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934adaa85449d" /><Relationship Type="http://schemas.openxmlformats.org/officeDocument/2006/relationships/video" Target="/media/mediadata2.mp4" Id="Rf9844b7a2f5241d9" /><Relationship Type="http://schemas.microsoft.com/office/2007/relationships/media" Target="/media/mediadata2.mp4" Id="R95a98b55d7684009" /><Relationship Type="http://schemas.openxmlformats.org/officeDocument/2006/relationships/image" Target="/ppt/media/image2.png" Id="Rc127fe4893a34f63" /></Relationships>
</file>

<file path=ppt/slides/charts/chart1.xml><?xml version="1.0" encoding="utf-8"?>
<c:chartSpace xmlns:c="http://schemas.openxmlformats.org/drawingml/2006/chart"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Frame Colors</a:t>
            </a:r>
          </a:p>
        </c:rich>
      </c:tx>
      <c:overlay val="0"/>
    </c:title>
    <c:plotArea>
      <c:layout/>
      <c:barChart>
        <c:barDir val="bar"/>
        <c:grouping val="clustered"/>
        <c:varyColors val="0"/>
        <c:ser>
          <c:idx val="0"/>
          <c:order val="0"/>
          <c:tx>
            <c:v>Start</c:v>
          </c:tx>
          <c:spPr>
            <a:solidFill xmlns:a="http://schemas.openxmlformats.org/drawingml/2006/main">
              <a:srgbClr val="E74C3C"/>
            </a:solidFill>
          </c:spPr>
          <c:cat>
            <c:strLit>
              <c:ptCount val="3"/>
              <c:pt idx="0">
                <c:v>Red</c:v>
              </c:pt>
              <c:pt idx="1">
                <c:v>Green</c:v>
              </c:pt>
              <c:pt idx="2">
                <c:v>Blue</c:v>
              </c:pt>
            </c:strLit>
          </c:cat>
          <c:val>
            <c:numLit>
              <c:formatCode>General</c:formatCode>
              <c:ptCount val="3"/>
              <c:pt idx="0">
                <c:v>20</c:v>
              </c:pt>
              <c:pt idx="1">
                <c:v>30</c:v>
              </c:pt>
              <c:pt idx="2">
                <c:v>200</c:v>
              </c:pt>
            </c:numLit>
          </c:val>
        </c:ser>
        <c:ser>
          <c:idx val="1"/>
          <c:order val="1"/>
          <c:tx>
            <c:v>End</c:v>
          </c:tx>
          <c:spPr>
            <a:solidFill xmlns:a="http://schemas.openxmlformats.org/drawingml/2006/main">
              <a:srgbClr val="27AE60"/>
            </a:solidFill>
          </c:spPr>
          <c:cat>
            <c:strLit>
              <c:ptCount val="3"/>
              <c:pt idx="0">
                <c:v>Red</c:v>
              </c:pt>
              <c:pt idx="1">
                <c:v>Green</c:v>
              </c:pt>
              <c:pt idx="2">
                <c:v>Blue</c:v>
              </c:pt>
            </c:strLit>
          </c:cat>
          <c:val>
            <c:numLit>
              <c:formatCode>General</c:formatCode>
              <c:ptCount val="3"/>
              <c:pt idx="0">
                <c:v>80</c:v>
              </c:pt>
              <c:pt idx="1">
                <c:v>30</c:v>
              </c:pt>
              <c:pt idx="2">
                <c:v>80</c:v>
              </c:pt>
            </c:numLit>
          </c:val>
        </c:ser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B2838"/>
            </a:gs>
            <a:gs pos="100000">
              <a:srgbClr val="4472C4"/>
            </a:gs>
          </a:gsLst>
          <a:path path="circle">
            <a:fillToRect l="0" t="100000" r="100000" b="0"/>
          </a:path>
        </a:gradFill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>
                <a:solidFill>
                  <a:srgbClr val="FFFFFF"/>
                </a:solidFill>
              </a:rPr>
              <a:t>Video Demo</a:t>
            </a:r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B4C7E7"/>
                </a:solidFill>
              </a:rPr>
              <a:t>Embedded video with officecli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FFFFFF"/>
                </a:solidFill>
              </a:rPr>
              <a:t>Animated Video</a:t>
            </a:r>
          </a:p>
        </p:txBody>
      </p:sp>
      <p:pic>
        <p:nvPicPr>
          <p:cNvPr id="100000" name="video">
            <a:hlinkClick xmlns:r="http://schemas.openxmlformats.org/officeDocument/2006/relationships" xmlns:a="http://schemas.openxmlformats.org/drawingml/2006/main" r:id="" action="ppaction://media"/>
          </p:cNvPr>
          <p:cNvPicPr>
            <a:picLocks xmlns:a="http://schemas.openxmlformats.org/drawingml/2006/main" noChangeAspect="1"/>
          </p:cNvPicPr>
          <p:nvPr>
            <a:videoFile xmlns:r="http://schemas.openxmlformats.org/officeDocument/2006/relationships" xmlns:a="http://schemas.openxmlformats.org/drawingml/2006/main" r:link="R8f5c5e2a0cdc49bd"/>
            <p:extLst>
              <p:ext uri="{DAA4B4D4-6D71-4841-9C94-3DE7FCFB9230}">
                <p14:media xmlns:p14="http://schemas.microsoft.com/office/powerpoint/2010/main" xmlns:r="http://schemas.openxmlformats.org/officeDocument/2006/relationships" r:embed="R3dab9d672e854ddd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7f846a300aea48a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20000" y="1440000"/>
            <a:ext cx="7920000" cy="4500000"/>
          </a:xfrm>
          <a:prstGeom xmlns:a="http://schemas.openxmlformats.org/drawingml/2006/main" prst="rect">
            <a:avLst/>
          </a:prstGeom>
        </p:spPr>
      </p:pic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)">
                                      <p:cBhvr>
                                        <p:cTn id="4" dur="1" fill="hold"/>
                                        <p:tgtEl>
                                          <p:spTgt spid="10000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0000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2838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FFFFFF"/>
                </a:solidFill>
              </a:rPr>
              <a:t>Video Properties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360000" y="1440000"/>
            <a:ext cx="360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B2A"/>
          </a:solidFill>
          <a:ln xmlns:a="http://schemas.openxmlformats.org/drawingml/2006/main" w="12700">
            <a:solidFill>
              <a:srgbClr val="4472C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B4C7E7"/>
                </a:solidFill>
                <a:latin typeface="Consolas"/>
                <a:ea typeface="Consolas"/>
              </a:rPr>
              <a:t>Resolution: 640x360</a:t>
            </a:r>
          </a:p>
          <a:p xmlns:a="http://schemas.openxmlformats.org/drawingml/2006/main">
            <a:r>
              <a:rPr lang="en-US" sz="1600">
                <a:solidFill>
                  <a:srgbClr val="B4C7E7"/>
                </a:solidFill>
                <a:latin typeface="Consolas"/>
                <a:ea typeface="Consolas"/>
              </a:rPr>
              <a:t>FPS: 30</a:t>
            </a:r>
          </a:p>
          <a:p xmlns:a="http://schemas.openxmlformats.org/drawingml/2006/main">
            <a:r>
              <a:rPr lang="en-US" sz="1600">
                <a:solidFill>
                  <a:srgbClr val="B4C7E7"/>
                </a:solidFill>
                <a:latin typeface="Consolas"/>
                <a:ea typeface="Consolas"/>
              </a:rPr>
              <a:t>Duration: 3s</a:t>
            </a:r>
          </a:p>
          <a:p xmlns:a="http://schemas.openxmlformats.org/drawingml/2006/main">
            <a:r>
              <a:rPr lang="en-US" sz="1600">
                <a:solidFill>
                  <a:srgbClr val="B4C7E7"/>
                </a:solidFill>
                <a:latin typeface="Consolas"/>
                <a:ea typeface="Consolas"/>
              </a:rPr>
              <a:t>Format: MP4</a:t>
            </a:r>
          </a:p>
        </p:txBody>
      </p:sp>
      <p:graphicFrame>
        <p:nvGraphicFramePr>
          <p:cNvPr id="100002" name="Frame Colors"/>
          <p:cNvGraphicFramePr/>
          <p:nvPr/>
        </p:nvGraphicFramePr>
        <p:xfrm>
          <a:off xmlns:a="http://schemas.openxmlformats.org/drawingml/2006/main" x="4680000" y="1440000"/>
          <a:ext xmlns:a="http://schemas.openxmlformats.org/drawingml/2006/main" cx="4320000" cy="288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66ccd613684801"/>
          </a:graphicData>
        </a:graphic>
      </p:graphicFrame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>
                <a:solidFill>
                  <a:srgbClr val="FFFFFF"/>
                </a:solidFill>
              </a:rPr>
              <a:t>loop / trimStart / trimEnd</a:t>
            </a:r>
          </a:p>
        </p:txBody>
      </p:sp>
      <p:pic>
        <p:nvPicPr>
          <p:cNvPr id="100003" name="video">
            <a:hlinkClick xmlns:r="http://schemas.openxmlformats.org/officeDocument/2006/relationships" xmlns:a="http://schemas.openxmlformats.org/drawingml/2006/main" r:id="" action="ppaction://media"/>
          </p:cNvPr>
          <p:cNvPicPr>
            <a:picLocks xmlns:a="http://schemas.openxmlformats.org/drawingml/2006/main" noChangeAspect="1"/>
          </p:cNvPicPr>
          <p:nvPr>
            <a:videoFile xmlns:r="http://schemas.openxmlformats.org/officeDocument/2006/relationships" xmlns:a="http://schemas.openxmlformats.org/drawingml/2006/main" r:link="Rf9844b7a2f5241d9"/>
            <p:extLst>
              <p:ext uri="{DAA4B4D4-6D71-4841-9C94-3DE7FCFB9230}">
                <p14:media xmlns:p14="http://schemas.microsoft.com/office/powerpoint/2010/main" xmlns:r="http://schemas.openxmlformats.org/officeDocument/2006/relationships" r:embed="R95a98b55d7684009">
                  <p14:trim st="0" end="2"/>
                </p14:media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c127fe4893a34f6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20000" y="1440000"/>
            <a:ext cx="7920000" cy="4500000"/>
          </a:xfrm>
          <a:prstGeom xmlns:a="http://schemas.openxmlformats.org/drawingml/2006/main" prst="rect">
            <a:avLst/>
          </a:prstGeom>
        </p:spPr>
      </p:pic>
      <p:sp>
        <p:nvSpPr>
          <p:cNvPr id="100004" name="TextBox 2"/>
          <p:cNvSpPr txBox="1"/>
          <p:nvPr/>
        </p:nvSpPr>
        <p:spPr>
          <a:xfrm xmlns:a="http://schemas.openxmlformats.org/drawingml/2006/main">
            <a:off x="360000" y="6120000"/>
            <a:ext cx="86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B4C7E7"/>
                </a:solidFill>
              </a:rPr>
              <a:t>loop=true  trimStart=0  trimEnd=2</a:t>
            </a:r>
          </a:p>
          <a:p xmlns:a="http://schemas.openxmlformats.org/drawingml/2006/main">
            <a:r>
              <a:rPr lang="en-US" sz="1400">
                <a:solidFill>
                  <a:srgbClr val="B4C7E7"/>
                </a:solidFill>
              </a:rPr>
              <a:t>Video loops continuously; playback is clipped to the 0–2s range.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)">
                                      <p:cBhvr>
                                        <p:cTn id="4" dur="1" fill="hold"/>
                                        <p:tgtEl>
                                          <p:spTgt spid="10000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 vol="6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0000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2026-06-04T10:38:59Z</dcterms:created>
  <cp:lastModifiedBy>OfficeCLI</cp:lastModifiedBy>
  <dcterms:modified xsi:type="dcterms:W3CDTF">2026-06-04T10:38:59Z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1.0.102</vt:lpwstr>
  </op:property>
  <op:property fmtid="{D5CDD505-2E9C-101B-9397-08002B2CF9AE}" pid="3" name="OfficeCLI.LastModified">
    <vt:lpwstr xmlns:vt="http://schemas.openxmlformats.org/officeDocument/2006/docPropsVTypes">2026-06-04T10:39:03Z</vt:lpwstr>
  </op:property>
</op:Properties>
</file>